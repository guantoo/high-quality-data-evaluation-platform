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以决策看板开场，强调平台不是单点工具，而是覆盖数据与模型全生命周期的质量闭环。
[Sources]
- Internal platform implementation: app/page.tsx, app/globals.css, db/platform-store.ts, db/schema.ts (accessed 2026-08-25)
- User-provided platform screenshot: codex-clipboard-dd2d7b37-e3c7-48ec-a844-f72d4c292aca.png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本页说明建设目标：平台聚焦数据生产和模型交付两条主线，并用统一管控体系把它们连接起来。
[Sources]
- Internal platform implementation: app/page.tsx, app/globals.css, db/platform-store.ts, db/schema.ts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用原平台能力图说明整体边界，再引出当前实现已经覆盖的数据盘点、治理、评估、模型开发与评测模块。
[Sources]
- Internal platform implementation: app/page.tsx, app/globals.css, db/platform-store.ts, db/schema.ts (accessed 2026-08-25)
- User-provided platform screenshot: codex-clipboard-3ec8f5fe-c843-4780-8db9-7991c8b767d9.png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按六步流程演示：数据接入后进入盘点与清洗，治理工作间完成标注生产，数据集评估形成质量报告，模型评测给出发布门禁结论。
[Sources]
- Internal platform implementation: app/page.tsx, app/globals.css, db/platform-store.ts, db/schema.ts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演示时先在数据库管理选择数据源，再进入探查、清洗和盘点。页面保留原平台的连接测试、同步、搜索和配置入口。
[Sources]
- Internal platform implementation: app/page.tsx, app/globals.css, db/platform-store.ts, db/schema.ts (accessed 2026-08-25)
- User-provided platform screenshot: codex-clipboard-517dec20-5f96-4df0-8cf5-bdd88d116791.png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重点演示标注节点：点击不同节点，右侧出现不同配置；标注节点可配置任务类型、工具、标签和质检策略，并展示执行进度。
[Sources]
- Internal platform implementation: app/page.tsx, app/globals.css, db/platform-store.ts, db/schema.ts (accessed 2026-08-25)
- User-provided platform screenshot: codex-clipboard-ba0a212f-97ee-4c3c-a440-09000817e62e.png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点击组件名称进入规则详情。五项图像规则均配置了独立的规则口径、阈值和判定逻辑，评估结果可进入问题闭环。
[Sources]
- Internal platform implementation: app/page.tsx, app/globals.css, db/platform-store.ts, db/schema.ts (accessed 2026-08-25)
- User-provided platform screenshot: codex-clipboard-6a2433bf-c19c-4020-9d54-c74896328e8f.png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模型工程师先创建开发任务并登记候选版本，再创建评测任务，选择候选模型、基线、评测数据集、标准和运行模式，最后根据门禁结果决定发布。
[Sources]
- Internal platform implementation: app/page.tsx, app/globals.css, db/platform-store.ts, db/schema.ts (accessed 2026-08-25)
- User-provided platform screenshot: codex-clipboard-16ee091b-2307-4b39-be07-a989cc60fa3f.png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平台采用分层架构：React/Vinext 页面承载统一工作台，领域模块编排业务流程，API 层提供认证和状态服务，SQLite/Drizzle 完成本地持久化。
[Sources]
- Internal platform implementation: app/page.tsx, app/globals.css, db/platform-store.ts, db/schema.ts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平台管理不是独立展示页，而是贯穿每个业务动作：先认证，再按角色校验操作权限，执行后写入审计并持久化业务状态。
[Sources]
- Internal platform implementation: app/page.tsx, app/globals.css, db/platform-store.ts, db/schema.ts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按角色演示平台：管理员保障运行边界，数据工程师完成数据生产，标注和质量人员形成高质量数据集，模型工程师使用评测门禁完成发布决策。
[Sources]
- Internal platform implementation: app/page.tsx, app/globals.css, db/platform-store.ts, db/schema.ts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总结平台现状并给出演进方向。当前版本已具备完整演示闭环，后续重点进入真实数据源、规则插件化和生产可观测性建设。
[Sources]
- Internal platform implementation: app/page.tsx, app/globals.css, db/platform-store.ts, db/schema.ts (accessed 2026-08-25)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750" y="885825"/>
            <a:ext cx="685800" cy="47625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6750" y="1123950"/>
            <a:ext cx="4953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开发评估平台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2952750"/>
            <a:ext cx="4667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6DDF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从数据接入、治理标注到质量评估与模型发布门禁的一体化本地平台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3924300"/>
            <a:ext cx="1028700" cy="285750"/>
          </a:xfrm>
          <a:prstGeom prst="roundRect">
            <a:avLst/>
          </a:prstGeom>
          <a:solidFill>
            <a:srgbClr val="185A9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3924300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数据盘点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09750" y="3924300"/>
            <a:ext cx="1028700" cy="285750"/>
          </a:xfrm>
          <a:prstGeom prst="roundRect">
            <a:avLst/>
          </a:prstGeom>
          <a:solidFill>
            <a:srgbClr val="185A9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85950" y="3924300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治理标注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33700" y="3924300"/>
            <a:ext cx="1028700" cy="285750"/>
          </a:xfrm>
          <a:prstGeom prst="roundRect">
            <a:avLst/>
          </a:prstGeom>
          <a:solidFill>
            <a:srgbClr val="185A9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9900" y="3924300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质量评估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57650" y="3924300"/>
            <a:ext cx="1028700" cy="285750"/>
          </a:xfrm>
          <a:prstGeom prst="roundRect">
            <a:avLst/>
          </a:prstGeom>
          <a:solidFill>
            <a:srgbClr val="185A9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850" y="3924300"/>
            <a:ext cx="876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模型门禁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94360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平台介绍 · 2026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9350" y="704850"/>
            <a:ext cx="5372100" cy="4914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4C78A5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sp>
      <p:pic>
        <p:nvPicPr>
          <p:cNvPr id="17" name="Image 0" descr="平台决策看板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5550" y="781050"/>
            <a:ext cx="5219700" cy="4762500"/>
          </a:xfrm>
          <a:prstGeom prst="rect">
            <a:avLst/>
          </a:prstGeom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pic>
      <p:sp>
        <p:nvSpPr>
          <p:cNvPr id="18" name="Shape 15"/>
          <p:cNvSpPr/>
          <p:nvPr/>
        </p:nvSpPr>
        <p:spPr>
          <a:xfrm>
            <a:off x="8039100" y="5686425"/>
            <a:ext cx="3486150" cy="476250"/>
          </a:xfrm>
          <a:prstGeom prst="round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10550" y="5686425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82B5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统一观察资产质量、治理进展与模型发布风险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把分散的数据作业升级为可追踪的质量生产线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统一业务入口、质量标准、执行状态与交付结果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0550" y="129540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建设目标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0550" y="1600200"/>
            <a:ext cx="51435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围绕“数据可用、质量可证、过程可管、结果可交付”，让数据团队与模型团队在同一平台协作。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0550" y="2800350"/>
            <a:ext cx="50292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550" y="30289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2575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数据来源分散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33600" y="30289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71750" y="30099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统一接入数据库、文件、SFTP 与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0550" y="37147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2575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治理过程不可见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33600" y="37147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71750" y="36957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工作流编排、节点状态、血缘与运行记录全程留痕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0550" y="44005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2575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质量结论难复用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33600" y="44005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71750" y="43815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规则明细、问题闭环、报告与发布门禁形成标准交付物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76950" y="1381125"/>
            <a:ext cx="17526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6950" y="1381125"/>
            <a:ext cx="47625" cy="12192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600" y="1504950"/>
            <a:ext cx="1257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7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324600" y="202882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核心模块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24600" y="231457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看板、盘点、治理、评估、模型与管理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43850" y="1381125"/>
            <a:ext cx="17526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43850" y="1381125"/>
            <a:ext cx="47625" cy="1219200"/>
          </a:xfrm>
          <a:prstGeom prst="rect">
            <a:avLst/>
          </a:prstGeom>
          <a:solidFill>
            <a:srgbClr val="169A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1500" y="1504950"/>
            <a:ext cx="1257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69AA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191500" y="202882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闭环步骤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91500" y="231457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从接入到模型发布门禁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10750" y="1381125"/>
            <a:ext cx="17526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0750" y="1381125"/>
            <a:ext cx="47625" cy="1219200"/>
          </a:xfrm>
          <a:prstGeom prst="rect">
            <a:avLst/>
          </a:prstGeom>
          <a:solidFill>
            <a:srgbClr val="76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1504950"/>
            <a:ext cx="1257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7658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0058400" y="202882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平台管控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058400" y="231457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认证权限、审计消息、持久化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76950" y="2809875"/>
            <a:ext cx="5486400" cy="2238375"/>
          </a:xfrm>
          <a:prstGeom prst="rect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06705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一个平台，贯通两条主线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400800" y="3638550"/>
            <a:ext cx="1428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数据生产主线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943850" y="3638550"/>
            <a:ext cx="323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6E7F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接入 → 探查 → 清洗 → 治理 → 标注 → 数据集评估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0" y="4133850"/>
            <a:ext cx="1428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7DD6B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模型交付主线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943850" y="41338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6E7F7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开发 → 版本 → 指标评测 → 安全/性能门禁 → 发布结论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0" y="4648200"/>
            <a:ext cx="4762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AFC7D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统一任务状态、权限和审计把两条主线连接为可验证的生产闭环。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2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平台能力全景：覆盖数据生产、交付与模型评测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在原有平台能力体系上补齐治理工作间、质量规则、模型门禁与平台管理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6250" y="1143000"/>
            <a:ext cx="11239500" cy="462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5618E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平台总体能力架构参考图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450" y="1219200"/>
            <a:ext cx="11087100" cy="4476750"/>
          </a:xfrm>
          <a:prstGeom prst="rect">
            <a:avLst/>
          </a:prstGeom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647700" y="5924550"/>
            <a:ext cx="2647950" cy="361950"/>
          </a:xfrm>
          <a:prstGeom prst="roundRect">
            <a:avLst/>
          </a:prstGeom>
          <a:solidFill>
            <a:srgbClr val="123E6C"/>
          </a:solidFill>
          <a:ln w="9525">
            <a:solidFill>
              <a:srgbClr val="315B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1050" y="6038850"/>
            <a:ext cx="95250" cy="95250"/>
          </a:xfrm>
          <a:prstGeom prst="ellipse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1550" y="5924550"/>
            <a:ext cx="21431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数据源与同步引接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19475" y="5924550"/>
            <a:ext cx="2647950" cy="361950"/>
          </a:xfrm>
          <a:prstGeom prst="roundRect">
            <a:avLst/>
          </a:prstGeom>
          <a:solidFill>
            <a:srgbClr val="123E6C"/>
          </a:solidFill>
          <a:ln w="9525">
            <a:solidFill>
              <a:srgbClr val="315B8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52825" y="6038850"/>
            <a:ext cx="95250" cy="95250"/>
          </a:xfrm>
          <a:prstGeom prst="ellipse">
            <a:avLst/>
          </a:prstGeom>
          <a:solidFill>
            <a:srgbClr val="8BC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3325" y="5924550"/>
            <a:ext cx="21431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数据生产与质量治理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91250" y="5924550"/>
            <a:ext cx="2647950" cy="361950"/>
          </a:xfrm>
          <a:prstGeom prst="roundRect">
            <a:avLst/>
          </a:prstGeom>
          <a:solidFill>
            <a:srgbClr val="123E6C"/>
          </a:solidFill>
          <a:ln w="9525">
            <a:solidFill>
              <a:srgbClr val="315B8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24600" y="6038850"/>
            <a:ext cx="95250" cy="95250"/>
          </a:xfrm>
          <a:prstGeom prst="ellipse">
            <a:avLst/>
          </a:prstGeom>
          <a:solidFill>
            <a:srgbClr val="7DD6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5100" y="5924550"/>
            <a:ext cx="21431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数据集管理与交付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963025" y="5924550"/>
            <a:ext cx="2647950" cy="361950"/>
          </a:xfrm>
          <a:prstGeom prst="roundRect">
            <a:avLst/>
          </a:prstGeom>
          <a:solidFill>
            <a:srgbClr val="123E6C"/>
          </a:solidFill>
          <a:ln w="9525">
            <a:solidFill>
              <a:srgbClr val="315B8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96375" y="6038850"/>
            <a:ext cx="95250" cy="95250"/>
          </a:xfrm>
          <a:prstGeom prst="ellipse">
            <a:avLst/>
          </a:prstGeom>
          <a:solidFill>
            <a:srgbClr val="C7B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6875" y="5924550"/>
            <a:ext cx="21431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模型开发与能力评测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3D67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端到端操作流程：六步形成可追踪闭环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每一步都有明确输入、执行状态和交付结果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1219200"/>
            <a:ext cx="10972800" cy="457200"/>
          </a:xfrm>
          <a:prstGeom prst="rect">
            <a:avLst/>
          </a:prstGeom>
          <a:solidFill>
            <a:srgbClr val="EAF4FE"/>
          </a:solidFill>
          <a:ln w="9525">
            <a:solidFill>
              <a:srgbClr val="C7E2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219200"/>
            <a:ext cx="1059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贯穿全流程：真实认证 · 操作级权限 · 全局消息 · 审计日志 · 本地状态持久化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7900" y="2886075"/>
            <a:ext cx="1714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95750" y="2886075"/>
            <a:ext cx="1714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886075"/>
            <a:ext cx="1714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91450" y="2886075"/>
            <a:ext cx="1714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9300" y="2886075"/>
            <a:ext cx="1714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550" y="2171700"/>
            <a:ext cx="1638300" cy="163830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0550" y="2171700"/>
            <a:ext cx="1638300" cy="85725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2447925"/>
            <a:ext cx="323850" cy="3238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24479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2000" y="29146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数据接入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2000" y="3333750"/>
            <a:ext cx="1295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数据库 / 文件 / SFTP / 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38400" y="2171700"/>
            <a:ext cx="1638300" cy="163830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38400" y="2171700"/>
            <a:ext cx="1638300" cy="85725"/>
          </a:xfrm>
          <a:prstGeom prst="rect">
            <a:avLst/>
          </a:prstGeom>
          <a:solidFill>
            <a:srgbClr val="169A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09850" y="2447925"/>
            <a:ext cx="323850" cy="323850"/>
          </a:xfrm>
          <a:prstGeom prst="ellipse">
            <a:avLst/>
          </a:prstGeom>
          <a:solidFill>
            <a:srgbClr val="169A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9850" y="24479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09850" y="29146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盘点探查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09850" y="3333750"/>
            <a:ext cx="1295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字段画像 / 完整度 / 异常分布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86250" y="2171700"/>
            <a:ext cx="1638300" cy="163830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86250" y="2171700"/>
            <a:ext cx="1638300" cy="85725"/>
          </a:xfrm>
          <a:prstGeom prst="rect">
            <a:avLst/>
          </a:prstGeom>
          <a:solidFill>
            <a:srgbClr val="76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57700" y="2447925"/>
            <a:ext cx="323850" cy="323850"/>
          </a:xfrm>
          <a:prstGeom prst="ellipse">
            <a:avLst/>
          </a:prstGeom>
          <a:solidFill>
            <a:srgbClr val="76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7700" y="24479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57700" y="29146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清洗治理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57700" y="3333750"/>
            <a:ext cx="1295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规则处理 / 版本 / 回滚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34100" y="2171700"/>
            <a:ext cx="1638300" cy="163830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4100" y="2171700"/>
            <a:ext cx="1638300" cy="85725"/>
          </a:xfrm>
          <a:prstGeom prst="rect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5550" y="2447925"/>
            <a:ext cx="323850" cy="32385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5550" y="24479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05550" y="29146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标注生产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05550" y="3333750"/>
            <a:ext cx="1295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任务配置 / 人机协同 / 质检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981950" y="2171700"/>
            <a:ext cx="1638300" cy="163830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81950" y="2171700"/>
            <a:ext cx="1638300" cy="85725"/>
          </a:xfrm>
          <a:prstGeom prst="rect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53400" y="2447925"/>
            <a:ext cx="323850" cy="3238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53400" y="24479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53400" y="29146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数据集评估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153400" y="3333750"/>
            <a:ext cx="1295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组件执行 / 规则明细 / 闭环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829800" y="2171700"/>
            <a:ext cx="1638300" cy="163830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29800" y="2171700"/>
            <a:ext cx="1638300" cy="85725"/>
          </a:xfrm>
          <a:prstGeom prst="rect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01250" y="2447925"/>
            <a:ext cx="323850" cy="323850"/>
          </a:xfrm>
          <a:prstGeom prst="ellipse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01250" y="24479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0001250" y="2914650"/>
            <a:ext cx="1295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模型门禁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0001250" y="3333750"/>
            <a:ext cx="1295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训练版本 / 指标 / 安全与性能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09600" y="42672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形成三类可复用交付物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09600" y="4686300"/>
            <a:ext cx="34861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9600" y="4686300"/>
            <a:ext cx="47625" cy="12573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8200" y="4857750"/>
            <a:ext cx="302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数据集版本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38200" y="5219700"/>
            <a:ext cx="3028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带血缘、规则与治理记录，可回溯到来源和流程节点。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286250" y="4686300"/>
            <a:ext cx="34861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86250" y="4686300"/>
            <a:ext cx="47625" cy="1257300"/>
          </a:xfrm>
          <a:prstGeom prst="rect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14850" y="4857750"/>
            <a:ext cx="302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6A6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质量评估报告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514850" y="5219700"/>
            <a:ext cx="3028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包含组件得分、具体规则、问题样本与闭环状态。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962900" y="4686300"/>
            <a:ext cx="34861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62900" y="4686300"/>
            <a:ext cx="47625" cy="1257300"/>
          </a:xfrm>
          <a:prstGeom prst="rect">
            <a:avLst/>
          </a:prstGeom>
          <a:solidFill>
            <a:srgbClr val="76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91500" y="4857750"/>
            <a:ext cx="3028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658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模型发布结论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8191500" y="5219700"/>
            <a:ext cx="3028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将准确性、安全、性能和样本覆盖汇总为门禁结果。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智能数据盘点与清洗：先看清，再治理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把数据源、文件和盘点结果统一到同一操作入口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0550" y="1266825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核心操作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0550" y="1666875"/>
            <a:ext cx="247650" cy="2476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" y="166687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2500" y="1657350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建立连接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19431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配置数据库、文件、SFTP 或 API；测试连接并按策略同步。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0550" y="2524125"/>
            <a:ext cx="247650" cy="247650"/>
          </a:xfrm>
          <a:prstGeom prst="ellipse">
            <a:avLst/>
          </a:prstGeom>
          <a:solidFill>
            <a:srgbClr val="169A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50" y="25241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2500" y="2514600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执行数据探查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500" y="280035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选择表或文件，查看字段画像、完整度、异常、分布与脱敏样例。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0550" y="3381375"/>
            <a:ext cx="247650" cy="247650"/>
          </a:xfrm>
          <a:prstGeom prst="ellipse">
            <a:avLst/>
          </a:prstGeom>
          <a:solidFill>
            <a:srgbClr val="76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550" y="338137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2500" y="3371850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生成清洗任务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3657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启用规则、预览修复结果、执行流程，并生成可回滚的数据版本。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0550" y="4238625"/>
            <a:ext cx="247650" cy="2476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550" y="42386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2500" y="4229100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沉淀盘点结果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" y="451485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统一统计资产规模、业务域、目录和质量状态，为治理项目选数。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0550" y="5257800"/>
            <a:ext cx="3333750" cy="685800"/>
          </a:xfrm>
          <a:prstGeom prst="rect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050" y="5372100"/>
            <a:ext cx="95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业务价值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1050" y="5600700"/>
            <a:ext cx="29527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在创建治理流程前先识别数据质量风险，减少反复试错。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86250" y="1276350"/>
            <a:ext cx="7372350" cy="472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0" descr="数据库管理与数据连接页面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62450" y="1352550"/>
            <a:ext cx="7219950" cy="4572000"/>
          </a:xfrm>
          <a:prstGeom prst="rect">
            <a:avLst/>
          </a:prstGeom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pic>
      <p:sp>
        <p:nvSpPr>
          <p:cNvPr id="28" name="Shape 25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2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治理工作间与标注生产：节点内容随任务而变化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重点强化标注节点配置、执行进度、失败重试与血缘追踪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0550" y="130492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工作间能力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0550" y="1695450"/>
            <a:ext cx="247650" cy="247650"/>
          </a:xfrm>
          <a:prstGeom prst="ellipse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550" y="16954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2500" y="1685925"/>
            <a:ext cx="3009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可视化流程编排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" y="1971675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数据集、清洗、解析、对齐、标注、质量过滤与发布节点自由连接。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0550" y="2628900"/>
            <a:ext cx="247650" cy="24765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50" y="26289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2500" y="2619375"/>
            <a:ext cx="3009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标注节点专属配置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2500" y="2905125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任务类型、工具、标签体系、人员与质检策略均独立配置。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0550" y="3562350"/>
            <a:ext cx="247650" cy="2476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550" y="35623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2500" y="3552825"/>
            <a:ext cx="3009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运行状态可操作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" y="3838575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支持运行当前节点、运行全部、进度弹窗、失败重试和运行记录。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0550" y="4495800"/>
            <a:ext cx="247650" cy="247650"/>
          </a:xfrm>
          <a:prstGeom prst="ellipse">
            <a:avLst/>
          </a:prstGeom>
          <a:solidFill>
            <a:srgbClr val="76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550" y="44958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2500" y="4486275"/>
            <a:ext cx="30099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配置 / 质量 / 血缘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2500" y="4772025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不同节点显示不同详情，保证操作语义与业务状态一致。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0550" y="5581650"/>
            <a:ext cx="3371850" cy="419100"/>
          </a:xfrm>
          <a:prstGeom prst="rect">
            <a:avLst/>
          </a:prstGeom>
          <a:solidFill>
            <a:srgbClr val="123E6C"/>
          </a:solidFill>
          <a:ln w="9525">
            <a:solidFill>
              <a:srgbClr val="315B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900" y="5581650"/>
            <a:ext cx="31051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新建项目默认为空工作间，由用户逐步添加数据与节点。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29100" y="1238250"/>
            <a:ext cx="7486650" cy="48196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5618E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sp>
      <p:pic>
        <p:nvPicPr>
          <p:cNvPr id="26" name="Image 0" descr="高质量数据治理工作间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05300" y="1314450"/>
            <a:ext cx="7334250" cy="4667250"/>
          </a:xfrm>
          <a:prstGeom prst="rect">
            <a:avLst/>
          </a:prstGeom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pic>
      <p:sp>
        <p:nvSpPr>
          <p:cNvPr id="27" name="Shape 24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3D67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数据集质量评估：从规则执行到问题闭环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评估结论可下钻到具体规则和问题样本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6250" y="1276350"/>
            <a:ext cx="7391400" cy="466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数据集评估与规则列表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2450" y="1352550"/>
            <a:ext cx="7239000" cy="4514850"/>
          </a:xfrm>
          <a:prstGeom prst="rect">
            <a:avLst/>
          </a:prstGeom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8153400" y="13525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评估操作链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153400" y="1762125"/>
            <a:ext cx="285750" cy="2857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53400" y="176212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72500" y="1752600"/>
            <a:ext cx="2952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选择数据集与评估标准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72500" y="2000250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配置阈值、组件和样本范围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86750" y="2105025"/>
            <a:ext cx="19050" cy="419100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53400" y="2524125"/>
            <a:ext cx="285750" cy="2857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3400" y="252412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72500" y="2514600"/>
            <a:ext cx="2952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执行评估组件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72500" y="2762250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查看质量得分、问题数量和状态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86750" y="2867025"/>
            <a:ext cx="19050" cy="419100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53400" y="3286125"/>
            <a:ext cx="285750" cy="28575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3400" y="328612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72500" y="3276600"/>
            <a:ext cx="2952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59B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点击查看具体规则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72500" y="3524250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展示规则口径、判定条件和命中样本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86750" y="3629025"/>
            <a:ext cx="19050" cy="419100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53400" y="4048125"/>
            <a:ext cx="285750" cy="2857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53400" y="404812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72500" y="4038600"/>
            <a:ext cx="2952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进入问题闭环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72500" y="4286250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分派、修复、复核并保留处置记录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286750" y="4391025"/>
            <a:ext cx="19050" cy="419100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53400" y="4810125"/>
            <a:ext cx="285750" cy="2857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53400" y="481012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572500" y="4800600"/>
            <a:ext cx="29527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导出质量报告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572500" y="5048250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交付规则明细、问题清单和结论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077200" y="5562600"/>
            <a:ext cx="3543300" cy="457200"/>
          </a:xfrm>
          <a:prstGeom prst="rect">
            <a:avLst/>
          </a:prstGeom>
          <a:solidFill>
            <a:srgbClr val="EAF4FE"/>
          </a:solidFill>
          <a:ln w="9525">
            <a:solidFill>
              <a:srgbClr val="C7E2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0" y="5562600"/>
            <a:ext cx="323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内置图像完整性、重复率、涉黄、格式一致性、内容有效性等规则。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模型开发与能力评测：用质量数据驱动发布门禁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模型训练、版本登记、指标对比和门禁判定形成连续流程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0550" y="13525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658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模型开发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0550" y="1676400"/>
            <a:ext cx="3714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训练任务配置 → 指标曲线与检查点 → 候选版本登记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0550" y="2190750"/>
            <a:ext cx="371475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550" y="24574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模型能力评测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0550" y="2905125"/>
            <a:ext cx="247650" cy="2476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550" y="29051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2500" y="2895600"/>
            <a:ext cx="3352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候选 / 基线模型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500" y="318135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明确比较对象和版本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0550" y="3590925"/>
            <a:ext cx="247650" cy="2476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0550" y="35909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2500" y="3581400"/>
            <a:ext cx="3352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评测数据集 / 标准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386715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选择样本量和运行方式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0550" y="4276725"/>
            <a:ext cx="247650" cy="2476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0550" y="42767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2500" y="4267200"/>
            <a:ext cx="3352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能力 / 安全 / 性能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" y="455295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综合指标和门禁检查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0550" y="4962525"/>
            <a:ext cx="247650" cy="2476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550" y="4962525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2500" y="4953000"/>
            <a:ext cx="3352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 / 发布结论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2500" y="523875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通过、阻断或重新评测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86300" y="1276350"/>
            <a:ext cx="6991350" cy="476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0" descr="模型能力评测与发布门禁页面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0" y="1352550"/>
            <a:ext cx="6838950" cy="4610100"/>
          </a:xfrm>
          <a:prstGeom prst="rect">
            <a:avLst/>
          </a:prstGeom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pic>
      <p:sp>
        <p:nvSpPr>
          <p:cNvPr id="28" name="Shape 25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2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平台技术架构：本地化、分层化、可扩展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前端交互、领域服务、安全 API 与本地持久化清晰解耦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0" y="2343150"/>
            <a:ext cx="171450" cy="285750"/>
          </a:xfrm>
          <a:prstGeom prst="downArrow">
            <a:avLst/>
          </a:prstGeom>
          <a:solidFill>
            <a:srgbClr val="335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6000" y="3505200"/>
            <a:ext cx="171450" cy="285750"/>
          </a:xfrm>
          <a:prstGeom prst="downArrow">
            <a:avLst/>
          </a:prstGeom>
          <a:solidFill>
            <a:srgbClr val="335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0" y="4667250"/>
            <a:ext cx="171450" cy="285750"/>
          </a:xfrm>
          <a:prstGeom prst="downArrow">
            <a:avLst/>
          </a:prstGeom>
          <a:solidFill>
            <a:srgbClr val="335E8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550" y="1428750"/>
            <a:ext cx="11010900" cy="895350"/>
          </a:xfrm>
          <a:prstGeom prst="rect">
            <a:avLst/>
          </a:prstGeom>
          <a:solidFill>
            <a:srgbClr val="103B68"/>
          </a:solidFill>
          <a:ln w="9525">
            <a:solidFill>
              <a:srgbClr val="365F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550" y="1428750"/>
            <a:ext cx="76200" cy="895350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150" y="158115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体验层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9150" y="189547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C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 Web 工作台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19350" y="16478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5550" y="16478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决策看板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67150" y="16478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3350" y="16478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数据盘点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14950" y="16478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1150" y="16478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治理工作间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2750" y="16478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8950" y="16478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数据集评估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10550" y="16478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6750" y="16478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模型开发 / 评测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58350" y="16478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34550" y="16478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平台管理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0550" y="2590800"/>
            <a:ext cx="11010900" cy="895350"/>
          </a:xfrm>
          <a:prstGeom prst="rect">
            <a:avLst/>
          </a:prstGeom>
          <a:solidFill>
            <a:srgbClr val="103B68"/>
          </a:solidFill>
          <a:ln w="9525">
            <a:solidFill>
              <a:srgbClr val="365F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550" y="2590800"/>
            <a:ext cx="76200" cy="895350"/>
          </a:xfrm>
          <a:prstGeom prst="rect">
            <a:avLst/>
          </a:prstGeom>
          <a:solidFill>
            <a:srgbClr val="7DD6B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150" y="27432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领域服务层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19150" y="305752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C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核心业务能力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19350" y="28098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95550" y="28098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DD6B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连接与探查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67150" y="28098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3350" y="28098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清洗与版本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14950" y="28098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1150" y="28098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流程与标注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2750" y="28098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8950" y="28098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规则与问题闭环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10550" y="28098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86750" y="28098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训练与门禁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658350" y="28098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34550" y="28098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消息 / 审计 / 权限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0550" y="3752850"/>
            <a:ext cx="11010900" cy="895350"/>
          </a:xfrm>
          <a:prstGeom prst="rect">
            <a:avLst/>
          </a:prstGeom>
          <a:solidFill>
            <a:srgbClr val="103B68"/>
          </a:solidFill>
          <a:ln w="9525">
            <a:solidFill>
              <a:srgbClr val="365F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0550" y="3752850"/>
            <a:ext cx="76200" cy="895350"/>
          </a:xfrm>
          <a:prstGeom prst="rect">
            <a:avLst/>
          </a:prstGeom>
          <a:solidFill>
            <a:srgbClr val="C7B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9150" y="390525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API 与安全层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819150" y="421957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C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统一认证和状态服务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419350" y="39719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95550" y="39719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7B8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/api/auth/*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867150" y="39719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43350" y="39719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/api/platform-state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314950" y="39719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91150" y="39719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PBKDF2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62750" y="39719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8950" y="39719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Session Cookie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210550" y="39719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86750" y="39719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操作权限校验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658350" y="397192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34550" y="397192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审计记录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90550" y="4914900"/>
            <a:ext cx="11010900" cy="895350"/>
          </a:xfrm>
          <a:prstGeom prst="rect">
            <a:avLst/>
          </a:prstGeom>
          <a:solidFill>
            <a:srgbClr val="103B68"/>
          </a:solidFill>
          <a:ln w="9525">
            <a:solidFill>
              <a:srgbClr val="365F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0550" y="4914900"/>
            <a:ext cx="76200" cy="895350"/>
          </a:xfrm>
          <a:prstGeom prst="rect">
            <a:avLst/>
          </a:prstGeom>
          <a:solidFill>
            <a:srgbClr val="F4BE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9150" y="50673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数据层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819150" y="5381625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FBCD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本地可信持久化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419350" y="51339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95550" y="51339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4BE6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Drizzle ORM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867150" y="51339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43350" y="51339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SQLite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314950" y="51339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91150" y="51339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平台快照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762750" y="51339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38950" y="51339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用户与会话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210550" y="51339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86750" y="51339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本地文件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9658350" y="5133975"/>
            <a:ext cx="1295400" cy="457200"/>
          </a:xfrm>
          <a:prstGeom prst="roundRect">
            <a:avLst/>
          </a:prstGeom>
          <a:solidFill>
            <a:srgbClr val="173F68"/>
          </a:solidFill>
          <a:ln w="9525">
            <a:solidFill>
              <a:srgbClr val="426B9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34550" y="5133975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备份 / 恢复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0001250" y="400050"/>
            <a:ext cx="1600200" cy="400050"/>
          </a:xfrm>
          <a:prstGeom prst="round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096500" y="400050"/>
            <a:ext cx="1409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本地端口 3001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3D67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安全、权限与持久化：每一次操作都有边界和记录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平台管理能力与业务流程同步落地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0550" y="1428750"/>
            <a:ext cx="438150" cy="4381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0550" y="14287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0550" y="2009775"/>
            <a:ext cx="304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真实认证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0550" y="26098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密码保护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0550" y="29051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PBKDF2 + SHA-256 派生存储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0550" y="34671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会话安全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0550" y="376237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HttpOnly · SameSite=Strict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0550" y="43243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登录状态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0550" y="46196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服务端会话校验与退出失效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81450" y="1447800"/>
            <a:ext cx="9525" cy="3810000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48150" y="1428750"/>
            <a:ext cx="438150" cy="438150"/>
          </a:xfrm>
          <a:prstGeom prst="ellipse">
            <a:avLst/>
          </a:prstGeom>
          <a:solidFill>
            <a:srgbClr val="765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8150" y="14287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48150" y="2009775"/>
            <a:ext cx="304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658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操作级权限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248150" y="26098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角色体系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248150" y="29051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管理员、数据、质量、模型角色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48150" y="34671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模块权限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48150" y="376237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 / 只读 / 无权限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48150" y="43243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操作校验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48150" y="46196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保存、运行、删除、导出分别授权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39050" y="1447800"/>
            <a:ext cx="9525" cy="3810000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5750" y="1428750"/>
            <a:ext cx="438150" cy="4381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5750" y="1428750"/>
            <a:ext cx="4381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05750" y="2009775"/>
            <a:ext cx="304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6A6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审计与持久化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905750" y="26098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全局消息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905750" y="29051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任务完成、风险、门禁等统一通知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05750" y="34671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审计日志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905750" y="376237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用户、模块、动作、结果与地址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905750" y="432435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状态快照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905750" y="4619625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SQLite 持久化、备份与恢复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0550" y="5486400"/>
            <a:ext cx="10972800" cy="51435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0100" y="5486400"/>
            <a:ext cx="1352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登录认证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257425" y="5486400"/>
            <a:ext cx="419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943225" y="5486400"/>
            <a:ext cx="1352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权限判定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400550" y="5486400"/>
            <a:ext cx="419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086350" y="5486400"/>
            <a:ext cx="1352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业务操作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543675" y="5486400"/>
            <a:ext cx="419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229475" y="5486400"/>
            <a:ext cx="1352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审计记录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686800" y="5486400"/>
            <a:ext cx="4191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372600" y="5486400"/>
            <a:ext cx="13525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6A6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状态持久化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40005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066800" y="400050"/>
            <a:ext cx="28575" cy="2667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57300" y="257175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角色协作路径：同一闭环，不同职责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57300" y="7239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平台通过统一状态和交付物完成跨角色交接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09900" y="3067050"/>
            <a:ext cx="3238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2150" y="3067050"/>
            <a:ext cx="3238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400" y="3067050"/>
            <a:ext cx="323850" cy="171450"/>
          </a:xfrm>
          <a:prstGeom prst="rightArrow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0550" y="1438275"/>
            <a:ext cx="2419350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550" y="1438275"/>
            <a:ext cx="2419350" cy="76200"/>
          </a:xfrm>
          <a:prstGeom prst="rect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050" y="1752600"/>
            <a:ext cx="361950" cy="361950"/>
          </a:xfrm>
          <a:prstGeom prst="ellipse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050" y="17526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1050" y="2228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平台管理员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0100" y="2857500"/>
            <a:ext cx="76200" cy="76200"/>
          </a:xfrm>
          <a:prstGeom prst="ellipse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0600" y="27908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账号与角色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" y="3295650"/>
            <a:ext cx="76200" cy="76200"/>
          </a:xfrm>
          <a:prstGeom prst="ellipse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" y="32289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权限策略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" y="3733800"/>
            <a:ext cx="76200" cy="76200"/>
          </a:xfrm>
          <a:prstGeom prst="ellipse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600" y="36671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消息 / 审计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0100" y="4171950"/>
            <a:ext cx="76200" cy="76200"/>
          </a:xfrm>
          <a:prstGeom prst="ellipse">
            <a:avLst/>
          </a:prstGeom>
          <a:solidFill>
            <a:srgbClr val="06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" y="41052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备份恢复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1050" y="4572000"/>
            <a:ext cx="2038350" cy="32385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250" y="4572000"/>
            <a:ext cx="1885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63B7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平台运行基线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52800" y="1438275"/>
            <a:ext cx="2419350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2800" y="1438275"/>
            <a:ext cx="2419350" cy="76200"/>
          </a:xfrm>
          <a:prstGeom prst="rect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43300" y="1752600"/>
            <a:ext cx="361950" cy="36195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3300" y="17526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43300" y="2228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数据工程师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562350" y="2857500"/>
            <a:ext cx="76200" cy="7620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52850" y="27908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接入与同步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562350" y="3295650"/>
            <a:ext cx="76200" cy="7620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2850" y="32289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探查与盘点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562350" y="3733800"/>
            <a:ext cx="76200" cy="7620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52850" y="36671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清洗与版本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562350" y="4171950"/>
            <a:ext cx="76200" cy="76200"/>
          </a:xfrm>
          <a:prstGeom prst="ellipse">
            <a:avLst/>
          </a:prstGeom>
          <a:solidFill>
            <a:srgbClr val="147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52850" y="41052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治理流程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543300" y="4572000"/>
            <a:ext cx="2038350" cy="32385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9500" y="4572000"/>
            <a:ext cx="1885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可治理数据集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15050" y="1438275"/>
            <a:ext cx="2419350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15050" y="1438275"/>
            <a:ext cx="2419350" cy="76200"/>
          </a:xfrm>
          <a:prstGeom prst="rect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5550" y="1752600"/>
            <a:ext cx="361950" cy="36195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5550" y="17526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305550" y="2228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59B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标注 / 质量人员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6324600" y="2857500"/>
            <a:ext cx="76200" cy="7620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5100" y="27908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标注任务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324600" y="3295650"/>
            <a:ext cx="76200" cy="7620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5100" y="32289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规则配置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324600" y="3733800"/>
            <a:ext cx="76200" cy="7620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5100" y="36671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问题复核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324600" y="4171950"/>
            <a:ext cx="76200" cy="76200"/>
          </a:xfrm>
          <a:prstGeom prst="ellipse">
            <a:avLst/>
          </a:prstGeom>
          <a:solidFill>
            <a:srgbClr val="E59B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5100" y="41052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质量报告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305550" y="4572000"/>
            <a:ext cx="2038350" cy="32385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1750" y="4572000"/>
            <a:ext cx="1885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59B2B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877300" y="1438275"/>
            <a:ext cx="2419350" cy="3571875"/>
          </a:xfrm>
          <a:prstGeom prst="rect">
            <a:avLst/>
          </a:prstGeom>
          <a:solidFill>
            <a:srgbClr val="FFFFFF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77300" y="1438275"/>
            <a:ext cx="2419350" cy="76200"/>
          </a:xfrm>
          <a:prstGeom prst="rect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67800" y="1752600"/>
            <a:ext cx="361950" cy="3619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67800" y="1752600"/>
            <a:ext cx="361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9067800" y="2228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6A6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模型工程师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9086850" y="2857500"/>
            <a:ext cx="76200" cy="7620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77350" y="27908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训练任务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9086850" y="3295650"/>
            <a:ext cx="76200" cy="7620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77350" y="32289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候选版本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9086850" y="3733800"/>
            <a:ext cx="76200" cy="7620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77350" y="366712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能力评测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9086850" y="4171950"/>
            <a:ext cx="76200" cy="7620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77350" y="4105275"/>
            <a:ext cx="17335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834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发布门禁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9067800" y="4572000"/>
            <a:ext cx="2038350" cy="323850"/>
          </a:xfrm>
          <a:prstGeom prst="rect">
            <a:avLst/>
          </a:prstGeom>
          <a:solidFill>
            <a:srgbClr val="F4F7FB"/>
          </a:solidFill>
          <a:ln w="9525">
            <a:solidFill>
              <a:srgbClr val="D5E0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44000" y="4572000"/>
            <a:ext cx="1885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A67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模型发布结论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90550" y="5295900"/>
            <a:ext cx="10706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0550" y="5495925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76D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共享交付物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2057400" y="549592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数据版本与血缘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4057650" y="5495925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治理运行记录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6057900" y="549592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评估规则与问题闭环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8343900" y="5495925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7F9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报告与门禁结论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D5E0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9AAC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533400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6750" y="1066800"/>
            <a:ext cx="5905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形成可演示、可操作、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可追踪、可扩展的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本地质量闭环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6750" y="2857500"/>
            <a:ext cx="171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7DD6B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当前成果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66750" y="3295650"/>
            <a:ext cx="247650" cy="2476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6750" y="32956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8700" y="3286125"/>
            <a:ext cx="5543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覆盖数据盘点、治理标注、数据集评估、模型开发与能力评测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6750" y="4019550"/>
            <a:ext cx="247650" cy="2476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" y="40195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8700" y="4010025"/>
            <a:ext cx="5543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补齐真实认证、操作级权限、全局消息、审计日志和本地持久化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6750" y="4743450"/>
            <a:ext cx="247650" cy="247650"/>
          </a:xfrm>
          <a:prstGeom prst="ellipse">
            <a:avLst/>
          </a:prstGeom>
          <a:solidFill>
            <a:srgbClr val="16A6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" y="47434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8700" y="4733925"/>
            <a:ext cx="5543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关键页面与操作流程均可用于本地演示和方案验证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24700" y="981075"/>
            <a:ext cx="4400550" cy="4286250"/>
          </a:xfrm>
          <a:prstGeom prst="rect">
            <a:avLst/>
          </a:prstGeom>
          <a:solidFill>
            <a:srgbClr val="0E3A66"/>
          </a:solidFill>
          <a:ln w="9525">
            <a:solidFill>
              <a:srgbClr val="3561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6650" y="1304925"/>
            <a:ext cx="3238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下一阶段演进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86650" y="1952625"/>
            <a:ext cx="40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20050" y="1914525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真实数据源深化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20050" y="2247900"/>
            <a:ext cx="2952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完善连接器容错、增量同步和生产数据校验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86650" y="2952750"/>
            <a:ext cx="40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20050" y="291465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规则与算法插件化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20050" y="3248025"/>
            <a:ext cx="2952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扩充文本、图像、语音和多模态质量规则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86650" y="3952875"/>
            <a:ext cx="40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2B8E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20050" y="3914775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生产级可观测性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20050" y="4248150"/>
            <a:ext cx="2952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D1EA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补齐任务调度、资源监控、告警与容量治理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24700" y="5543550"/>
            <a:ext cx="4400550" cy="495300"/>
          </a:xfrm>
          <a:prstGeom prst="rect">
            <a:avLst/>
          </a:prstGeom>
          <a:solidFill>
            <a:srgbClr val="42B8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4250" y="5543550"/>
            <a:ext cx="3981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82B5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让高质量数据真正成为模型能力和业务价值的可验证基础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2450" y="6515100"/>
            <a:ext cx="11087100" cy="9525"/>
          </a:xfrm>
          <a:prstGeom prst="rect">
            <a:avLst/>
          </a:prstGeom>
          <a:solidFill>
            <a:srgbClr val="3D67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450" y="65722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高质量数据集开发评估平台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63300" y="657225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FB0D2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高质量数据集开发评估平台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高质量数据集开发评估平台介绍</dc:title>
  <dc:subject>高质量数据集开发评估平台介绍</dc:subject>
  <dc:creator>OpenAI Codex</dc:creator>
  <cp:lastModifiedBy>OpenAI Codex</cp:lastModifiedBy>
  <cp:revision>1</cp:revision>
  <dcterms:created xsi:type="dcterms:W3CDTF">2026-08-24T19:14:28Z</dcterms:created>
  <dcterms:modified xsi:type="dcterms:W3CDTF">2026-08-24T19:14:28Z</dcterms:modified>
</cp:coreProperties>
</file>